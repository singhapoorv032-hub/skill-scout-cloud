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C7B3D4-3653-4EEF-8347-622C8D9598F1}" v="48" dt="2026-07-17T03:48:59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oorv Singh" userId="f3a39aebb4de814d" providerId="LiveId" clId="{B9A3DD48-1F2E-4477-8C80-ACE6A9A9D6D6}"/>
    <pc:docChg chg="undo custSel addSld delSld modSld">
      <pc:chgData name="Apoorv Singh" userId="f3a39aebb4de814d" providerId="LiveId" clId="{B9A3DD48-1F2E-4477-8C80-ACE6A9A9D6D6}" dt="2026-07-17T08:20:43.386" v="678" actId="14100"/>
      <pc:docMkLst>
        <pc:docMk/>
      </pc:docMkLst>
      <pc:sldChg chg="modSp new del">
        <pc:chgData name="Apoorv Singh" userId="f3a39aebb4de814d" providerId="LiveId" clId="{B9A3DD48-1F2E-4477-8C80-ACE6A9A9D6D6}" dt="2026-07-16T17:56:50.429" v="3" actId="2696"/>
        <pc:sldMkLst>
          <pc:docMk/>
          <pc:sldMk cId="2554784301" sldId="256"/>
        </pc:sldMkLst>
        <pc:spChg chg="mod">
          <ac:chgData name="Apoorv Singh" userId="f3a39aebb4de814d" providerId="LiveId" clId="{B9A3DD48-1F2E-4477-8C80-ACE6A9A9D6D6}" dt="2026-07-16T17:56:03.066" v="1"/>
          <ac:spMkLst>
            <pc:docMk/>
            <pc:sldMk cId="2554784301" sldId="256"/>
            <ac:spMk id="2" creationId="{1675E56E-AE74-5380-8136-D73300701B95}"/>
          </ac:spMkLst>
        </pc:spChg>
        <pc:spChg chg="mod">
          <ac:chgData name="Apoorv Singh" userId="f3a39aebb4de814d" providerId="LiveId" clId="{B9A3DD48-1F2E-4477-8C80-ACE6A9A9D6D6}" dt="2026-07-16T17:56:03.066" v="1"/>
          <ac:spMkLst>
            <pc:docMk/>
            <pc:sldMk cId="2554784301" sldId="256"/>
            <ac:spMk id="3" creationId="{D456B3AB-D8E6-707D-A353-8E976401CBCA}"/>
          </ac:spMkLst>
        </pc:spChg>
      </pc:sldChg>
      <pc:sldChg chg="addSp delSp modSp new mod">
        <pc:chgData name="Apoorv Singh" userId="f3a39aebb4de814d" providerId="LiveId" clId="{B9A3DD48-1F2E-4477-8C80-ACE6A9A9D6D6}" dt="2026-07-17T08:14:27.430" v="619" actId="17032"/>
        <pc:sldMkLst>
          <pc:docMk/>
          <pc:sldMk cId="3096855443" sldId="257"/>
        </pc:sldMkLst>
        <pc:spChg chg="mod">
          <ac:chgData name="Apoorv Singh" userId="f3a39aebb4de814d" providerId="LiveId" clId="{B9A3DD48-1F2E-4477-8C80-ACE6A9A9D6D6}" dt="2026-07-16T17:58:01.817" v="81" actId="113"/>
          <ac:spMkLst>
            <pc:docMk/>
            <pc:sldMk cId="3096855443" sldId="257"/>
            <ac:spMk id="2" creationId="{43045326-8016-06D3-C071-8BF572759371}"/>
          </ac:spMkLst>
        </pc:spChg>
        <pc:spChg chg="del">
          <ac:chgData name="Apoorv Singh" userId="f3a39aebb4de814d" providerId="LiveId" clId="{B9A3DD48-1F2E-4477-8C80-ACE6A9A9D6D6}" dt="2026-07-17T03:49:59.498" v="599" actId="931"/>
          <ac:spMkLst>
            <pc:docMk/>
            <pc:sldMk cId="3096855443" sldId="257"/>
            <ac:spMk id="3" creationId="{BFC27A76-E4A2-ED4E-22AA-FC052CB0B10D}"/>
          </ac:spMkLst>
        </pc:spChg>
        <pc:spChg chg="mod">
          <ac:chgData name="Apoorv Singh" userId="f3a39aebb4de814d" providerId="LiveId" clId="{B9A3DD48-1F2E-4477-8C80-ACE6A9A9D6D6}" dt="2026-07-17T03:16:33.327" v="194" actId="20577"/>
          <ac:spMkLst>
            <pc:docMk/>
            <pc:sldMk cId="3096855443" sldId="257"/>
            <ac:spMk id="4" creationId="{4E6BDD6A-7F0E-CEAA-4501-FA978498BE8E}"/>
          </ac:spMkLst>
        </pc:spChg>
        <pc:spChg chg="add del mod">
          <ac:chgData name="Apoorv Singh" userId="f3a39aebb4de814d" providerId="LiveId" clId="{B9A3DD48-1F2E-4477-8C80-ACE6A9A9D6D6}" dt="2026-07-17T03:15:36.206" v="147" actId="478"/>
          <ac:spMkLst>
            <pc:docMk/>
            <pc:sldMk cId="3096855443" sldId="257"/>
            <ac:spMk id="5" creationId="{20657566-B531-CE24-F062-0846BA5DD8F4}"/>
          </ac:spMkLst>
        </pc:spChg>
        <pc:spChg chg="add mod">
          <ac:chgData name="Apoorv Singh" userId="f3a39aebb4de814d" providerId="LiveId" clId="{B9A3DD48-1F2E-4477-8C80-ACE6A9A9D6D6}" dt="2026-07-17T08:14:27.430" v="619" actId="17032"/>
          <ac:spMkLst>
            <pc:docMk/>
            <pc:sldMk cId="3096855443" sldId="257"/>
            <ac:spMk id="11" creationId="{D895E691-5E15-3B8D-4372-173CF583C021}"/>
          </ac:spMkLst>
        </pc:spChg>
        <pc:picChg chg="add mod ord">
          <ac:chgData name="Apoorv Singh" userId="f3a39aebb4de814d" providerId="LiveId" clId="{B9A3DD48-1F2E-4477-8C80-ACE6A9A9D6D6}" dt="2026-07-17T03:49:59.498" v="599" actId="931"/>
          <ac:picMkLst>
            <pc:docMk/>
            <pc:sldMk cId="3096855443" sldId="257"/>
            <ac:picMk id="7" creationId="{6492CA74-BE32-B8F4-AD41-1A48E4C9EDE5}"/>
          </ac:picMkLst>
        </pc:picChg>
      </pc:sldChg>
      <pc:sldChg chg="addSp modSp new mod">
        <pc:chgData name="Apoorv Singh" userId="f3a39aebb4de814d" providerId="LiveId" clId="{B9A3DD48-1F2E-4477-8C80-ACE6A9A9D6D6}" dt="2026-07-17T08:17:12.211" v="637" actId="1076"/>
        <pc:sldMkLst>
          <pc:docMk/>
          <pc:sldMk cId="4010261844" sldId="258"/>
        </pc:sldMkLst>
        <pc:spChg chg="mod">
          <ac:chgData name="Apoorv Singh" userId="f3a39aebb4de814d" providerId="LiveId" clId="{B9A3DD48-1F2E-4477-8C80-ACE6A9A9D6D6}" dt="2026-07-17T03:18:04.105" v="236" actId="255"/>
          <ac:spMkLst>
            <pc:docMk/>
            <pc:sldMk cId="4010261844" sldId="258"/>
            <ac:spMk id="2" creationId="{7BA0BDFA-2695-1E8F-1102-42F3E49D14F8}"/>
          </ac:spMkLst>
        </pc:spChg>
        <pc:spChg chg="mod">
          <ac:chgData name="Apoorv Singh" userId="f3a39aebb4de814d" providerId="LiveId" clId="{B9A3DD48-1F2E-4477-8C80-ACE6A9A9D6D6}" dt="2026-07-17T03:18:15.941" v="237" actId="14100"/>
          <ac:spMkLst>
            <pc:docMk/>
            <pc:sldMk cId="4010261844" sldId="258"/>
            <ac:spMk id="3" creationId="{886CF07C-4FC4-5819-8F8C-C49B6D30FEF7}"/>
          </ac:spMkLst>
        </pc:spChg>
        <pc:spChg chg="mod">
          <ac:chgData name="Apoorv Singh" userId="f3a39aebb4de814d" providerId="LiveId" clId="{B9A3DD48-1F2E-4477-8C80-ACE6A9A9D6D6}" dt="2026-07-17T03:18:42.760" v="238"/>
          <ac:spMkLst>
            <pc:docMk/>
            <pc:sldMk cId="4010261844" sldId="258"/>
            <ac:spMk id="4" creationId="{FAAE0117-60D8-BC2D-9306-81C7B679D300}"/>
          </ac:spMkLst>
        </pc:spChg>
        <pc:spChg chg="mod">
          <ac:chgData name="Apoorv Singh" userId="f3a39aebb4de814d" providerId="LiveId" clId="{B9A3DD48-1F2E-4477-8C80-ACE6A9A9D6D6}" dt="2026-07-17T03:19:47.853" v="244" actId="14100"/>
          <ac:spMkLst>
            <pc:docMk/>
            <pc:sldMk cId="4010261844" sldId="258"/>
            <ac:spMk id="5" creationId="{FD2A7B1E-05D4-543B-DE55-5F99771B09AE}"/>
          </ac:spMkLst>
        </pc:spChg>
        <pc:spChg chg="mod">
          <ac:chgData name="Apoorv Singh" userId="f3a39aebb4de814d" providerId="LiveId" clId="{B9A3DD48-1F2E-4477-8C80-ACE6A9A9D6D6}" dt="2026-07-17T03:20:06.903" v="246" actId="14100"/>
          <ac:spMkLst>
            <pc:docMk/>
            <pc:sldMk cId="4010261844" sldId="258"/>
            <ac:spMk id="6" creationId="{B2377537-5CA9-47C0-E427-B9DA58C26D9D}"/>
          </ac:spMkLst>
        </pc:spChg>
        <pc:spChg chg="mod">
          <ac:chgData name="Apoorv Singh" userId="f3a39aebb4de814d" providerId="LiveId" clId="{B9A3DD48-1F2E-4477-8C80-ACE6A9A9D6D6}" dt="2026-07-17T03:19:08.869" v="240"/>
          <ac:spMkLst>
            <pc:docMk/>
            <pc:sldMk cId="4010261844" sldId="258"/>
            <ac:spMk id="8" creationId="{F3466FC9-00D5-541B-FEBF-C1CF25D0FCD2}"/>
          </ac:spMkLst>
        </pc:spChg>
        <pc:spChg chg="add mod">
          <ac:chgData name="Apoorv Singh" userId="f3a39aebb4de814d" providerId="LiveId" clId="{B9A3DD48-1F2E-4477-8C80-ACE6A9A9D6D6}" dt="2026-07-17T08:17:12.211" v="637" actId="1076"/>
          <ac:spMkLst>
            <pc:docMk/>
            <pc:sldMk cId="4010261844" sldId="258"/>
            <ac:spMk id="11" creationId="{D70F3496-D034-90D0-13FA-4C70F21A2CDF}"/>
          </ac:spMkLst>
        </pc:spChg>
        <pc:spChg chg="add mod">
          <ac:chgData name="Apoorv Singh" userId="f3a39aebb4de814d" providerId="LiveId" clId="{B9A3DD48-1F2E-4477-8C80-ACE6A9A9D6D6}" dt="2026-07-17T08:15:44.856" v="625" actId="17032"/>
          <ac:spMkLst>
            <pc:docMk/>
            <pc:sldMk cId="4010261844" sldId="258"/>
            <ac:spMk id="12" creationId="{37605F99-CF88-50C2-68A3-3F8AB7B7EB79}"/>
          </ac:spMkLst>
        </pc:spChg>
        <pc:spChg chg="add mod">
          <ac:chgData name="Apoorv Singh" userId="f3a39aebb4de814d" providerId="LiveId" clId="{B9A3DD48-1F2E-4477-8C80-ACE6A9A9D6D6}" dt="2026-07-17T08:16:29.788" v="629" actId="17032"/>
          <ac:spMkLst>
            <pc:docMk/>
            <pc:sldMk cId="4010261844" sldId="258"/>
            <ac:spMk id="13" creationId="{B9BFF502-FF6F-5B38-1ABF-62DEA5ED4910}"/>
          </ac:spMkLst>
        </pc:spChg>
        <pc:spChg chg="add mod">
          <ac:chgData name="Apoorv Singh" userId="f3a39aebb4de814d" providerId="LiveId" clId="{B9A3DD48-1F2E-4477-8C80-ACE6A9A9D6D6}" dt="2026-07-17T08:16:51.300" v="633" actId="17032"/>
          <ac:spMkLst>
            <pc:docMk/>
            <pc:sldMk cId="4010261844" sldId="258"/>
            <ac:spMk id="14" creationId="{8A304D0F-38F2-AF58-5219-467677E37273}"/>
          </ac:spMkLst>
        </pc:spChg>
        <pc:spChg chg="add mod">
          <ac:chgData name="Apoorv Singh" userId="f3a39aebb4de814d" providerId="LiveId" clId="{B9A3DD48-1F2E-4477-8C80-ACE6A9A9D6D6}" dt="2026-07-17T08:17:08.704" v="636" actId="17032"/>
          <ac:spMkLst>
            <pc:docMk/>
            <pc:sldMk cId="4010261844" sldId="258"/>
            <ac:spMk id="15" creationId="{272FB98A-EF2E-A5B3-9501-FE9C35C3214B}"/>
          </ac:spMkLst>
        </pc:spChg>
      </pc:sldChg>
      <pc:sldChg chg="new del">
        <pc:chgData name="Apoorv Singh" userId="f3a39aebb4de814d" providerId="LiveId" clId="{B9A3DD48-1F2E-4477-8C80-ACE6A9A9D6D6}" dt="2026-07-17T03:21:01.858" v="248" actId="47"/>
        <pc:sldMkLst>
          <pc:docMk/>
          <pc:sldMk cId="594199433" sldId="259"/>
        </pc:sldMkLst>
      </pc:sldChg>
      <pc:sldChg chg="addSp modSp new mod">
        <pc:chgData name="Apoorv Singh" userId="f3a39aebb4de814d" providerId="LiveId" clId="{B9A3DD48-1F2E-4477-8C80-ACE6A9A9D6D6}" dt="2026-07-17T08:19:13.393" v="670" actId="20577"/>
        <pc:sldMkLst>
          <pc:docMk/>
          <pc:sldMk cId="1215812300" sldId="259"/>
        </pc:sldMkLst>
        <pc:spChg chg="mod">
          <ac:chgData name="Apoorv Singh" userId="f3a39aebb4de814d" providerId="LiveId" clId="{B9A3DD48-1F2E-4477-8C80-ACE6A9A9D6D6}" dt="2026-07-17T03:21:34.591" v="253" actId="120"/>
          <ac:spMkLst>
            <pc:docMk/>
            <pc:sldMk cId="1215812300" sldId="259"/>
            <ac:spMk id="2" creationId="{BD1CC702-89A5-DFE6-44E3-885B2CFB3EA1}"/>
          </ac:spMkLst>
        </pc:spChg>
        <pc:spChg chg="mod">
          <ac:chgData name="Apoorv Singh" userId="f3a39aebb4de814d" providerId="LiveId" clId="{B9A3DD48-1F2E-4477-8C80-ACE6A9A9D6D6}" dt="2026-07-17T08:19:13.393" v="670" actId="20577"/>
          <ac:spMkLst>
            <pc:docMk/>
            <pc:sldMk cId="1215812300" sldId="259"/>
            <ac:spMk id="4" creationId="{C7CF47F1-723A-1F29-E321-361868B1F0D0}"/>
          </ac:spMkLst>
        </pc:spChg>
        <pc:spChg chg="add mod">
          <ac:chgData name="Apoorv Singh" userId="f3a39aebb4de814d" providerId="LiveId" clId="{B9A3DD48-1F2E-4477-8C80-ACE6A9A9D6D6}" dt="2026-07-17T08:18:17.921" v="649" actId="1076"/>
          <ac:spMkLst>
            <pc:docMk/>
            <pc:sldMk cId="1215812300" sldId="259"/>
            <ac:spMk id="8" creationId="{CFF46022-A540-C0CC-EEED-7CCEC976ED0C}"/>
          </ac:spMkLst>
        </pc:spChg>
        <pc:spChg chg="add mod">
          <ac:chgData name="Apoorv Singh" userId="f3a39aebb4de814d" providerId="LiveId" clId="{B9A3DD48-1F2E-4477-8C80-ACE6A9A9D6D6}" dt="2026-07-17T08:18:41.718" v="652" actId="1076"/>
          <ac:spMkLst>
            <pc:docMk/>
            <pc:sldMk cId="1215812300" sldId="259"/>
            <ac:spMk id="10" creationId="{94DC6A6F-5D3A-7101-1412-90106D9E4CE6}"/>
          </ac:spMkLst>
        </pc:spChg>
        <pc:spChg chg="add mod">
          <ac:chgData name="Apoorv Singh" userId="f3a39aebb4de814d" providerId="LiveId" clId="{B9A3DD48-1F2E-4477-8C80-ACE6A9A9D6D6}" dt="2026-07-17T08:18:48.442" v="654" actId="1076"/>
          <ac:spMkLst>
            <pc:docMk/>
            <pc:sldMk cId="1215812300" sldId="259"/>
            <ac:spMk id="12" creationId="{EE386D3C-2212-95D5-6037-73CFDA2D5168}"/>
          </ac:spMkLst>
        </pc:spChg>
        <pc:spChg chg="add mod">
          <ac:chgData name="Apoorv Singh" userId="f3a39aebb4de814d" providerId="LiveId" clId="{B9A3DD48-1F2E-4477-8C80-ACE6A9A9D6D6}" dt="2026-07-17T08:18:54.594" v="656" actId="1076"/>
          <ac:spMkLst>
            <pc:docMk/>
            <pc:sldMk cId="1215812300" sldId="259"/>
            <ac:spMk id="14" creationId="{C691F47D-AD82-11F1-6DCF-8DF17F29A914}"/>
          </ac:spMkLst>
        </pc:spChg>
        <pc:picChg chg="add mod">
          <ac:chgData name="Apoorv Singh" userId="f3a39aebb4de814d" providerId="LiveId" clId="{B9A3DD48-1F2E-4477-8C80-ACE6A9A9D6D6}" dt="2026-07-17T03:53:00.467" v="606" actId="14100"/>
          <ac:picMkLst>
            <pc:docMk/>
            <pc:sldMk cId="1215812300" sldId="259"/>
            <ac:picMk id="5" creationId="{4FB8F900-2A95-3DCF-097D-3057F8D3F69E}"/>
          </ac:picMkLst>
        </pc:picChg>
      </pc:sldChg>
      <pc:sldChg chg="addSp delSp modSp new mod">
        <pc:chgData name="Apoorv Singh" userId="f3a39aebb4de814d" providerId="LiveId" clId="{B9A3DD48-1F2E-4477-8C80-ACE6A9A9D6D6}" dt="2026-07-17T08:20:27.730" v="677" actId="17032"/>
        <pc:sldMkLst>
          <pc:docMk/>
          <pc:sldMk cId="3974514268" sldId="260"/>
        </pc:sldMkLst>
        <pc:spChg chg="mod">
          <ac:chgData name="Apoorv Singh" userId="f3a39aebb4de814d" providerId="LiveId" clId="{B9A3DD48-1F2E-4477-8C80-ACE6A9A9D6D6}" dt="2026-07-17T03:26:28.370" v="308" actId="120"/>
          <ac:spMkLst>
            <pc:docMk/>
            <pc:sldMk cId="3974514268" sldId="260"/>
            <ac:spMk id="2" creationId="{0571122E-461D-78C8-057A-67D308F1AF33}"/>
          </ac:spMkLst>
        </pc:spChg>
        <pc:spChg chg="mod">
          <ac:chgData name="Apoorv Singh" userId="f3a39aebb4de814d" providerId="LiveId" clId="{B9A3DD48-1F2E-4477-8C80-ACE6A9A9D6D6}" dt="2026-07-17T08:19:40.599" v="673" actId="6549"/>
          <ac:spMkLst>
            <pc:docMk/>
            <pc:sldMk cId="3974514268" sldId="260"/>
            <ac:spMk id="3" creationId="{7040131E-A8E2-F39A-6997-3246F932F98F}"/>
          </ac:spMkLst>
        </pc:spChg>
        <pc:spChg chg="mod">
          <ac:chgData name="Apoorv Singh" userId="f3a39aebb4de814d" providerId="LiveId" clId="{B9A3DD48-1F2E-4477-8C80-ACE6A9A9D6D6}" dt="2026-07-17T03:34:46.076" v="450" actId="20577"/>
          <ac:spMkLst>
            <pc:docMk/>
            <pc:sldMk cId="3974514268" sldId="260"/>
            <ac:spMk id="4" creationId="{4AA6EF0F-FDD7-43B3-0B17-9120D69234DA}"/>
          </ac:spMkLst>
        </pc:spChg>
        <pc:spChg chg="add mod">
          <ac:chgData name="Apoorv Singh" userId="f3a39aebb4de814d" providerId="LiveId" clId="{B9A3DD48-1F2E-4477-8C80-ACE6A9A9D6D6}" dt="2026-07-17T08:20:27.730" v="677" actId="17032"/>
          <ac:spMkLst>
            <pc:docMk/>
            <pc:sldMk cId="3974514268" sldId="260"/>
            <ac:spMk id="9" creationId="{F512C0D1-3534-DBF0-5050-9EBA78B424BE}"/>
          </ac:spMkLst>
        </pc:spChg>
        <pc:graphicFrameChg chg="add del">
          <ac:chgData name="Apoorv Singh" userId="f3a39aebb4de814d" providerId="LiveId" clId="{B9A3DD48-1F2E-4477-8C80-ACE6A9A9D6D6}" dt="2026-07-17T08:19:40.979" v="674" actId="3680"/>
          <ac:graphicFrameMkLst>
            <pc:docMk/>
            <pc:sldMk cId="3974514268" sldId="260"/>
            <ac:graphicFrameMk id="8" creationId="{AD6551DD-8279-0B89-AB7C-04C1624DDBEB}"/>
          </ac:graphicFrameMkLst>
        </pc:graphicFrameChg>
      </pc:sldChg>
      <pc:sldChg chg="addSp delSp modSp new mod">
        <pc:chgData name="Apoorv Singh" userId="f3a39aebb4de814d" providerId="LiveId" clId="{B9A3DD48-1F2E-4477-8C80-ACE6A9A9D6D6}" dt="2026-07-17T08:20:43.386" v="678" actId="14100"/>
        <pc:sldMkLst>
          <pc:docMk/>
          <pc:sldMk cId="3486000238" sldId="261"/>
        </pc:sldMkLst>
        <pc:spChg chg="mod">
          <ac:chgData name="Apoorv Singh" userId="f3a39aebb4de814d" providerId="LiveId" clId="{B9A3DD48-1F2E-4477-8C80-ACE6A9A9D6D6}" dt="2026-07-17T03:35:53.187" v="460" actId="115"/>
          <ac:spMkLst>
            <pc:docMk/>
            <pc:sldMk cId="3486000238" sldId="261"/>
            <ac:spMk id="2" creationId="{049F536D-07D0-9864-DDE5-BFBD8B896400}"/>
          </ac:spMkLst>
        </pc:spChg>
        <pc:spChg chg="del">
          <ac:chgData name="Apoorv Singh" userId="f3a39aebb4de814d" providerId="LiveId" clId="{B9A3DD48-1F2E-4477-8C80-ACE6A9A9D6D6}" dt="2026-07-17T03:50:33.726" v="600" actId="931"/>
          <ac:spMkLst>
            <pc:docMk/>
            <pc:sldMk cId="3486000238" sldId="261"/>
            <ac:spMk id="3" creationId="{383E92E9-253E-7CAD-EFB9-C56FCA3D6E52}"/>
          </ac:spMkLst>
        </pc:spChg>
        <pc:spChg chg="mod">
          <ac:chgData name="Apoorv Singh" userId="f3a39aebb4de814d" providerId="LiveId" clId="{B9A3DD48-1F2E-4477-8C80-ACE6A9A9D6D6}" dt="2026-07-17T08:20:43.386" v="678" actId="14100"/>
          <ac:spMkLst>
            <pc:docMk/>
            <pc:sldMk cId="3486000238" sldId="261"/>
            <ac:spMk id="4" creationId="{8CF5F6FB-3941-E99D-9680-FD3199E31F69}"/>
          </ac:spMkLst>
        </pc:spChg>
        <pc:picChg chg="add mod ord">
          <ac:chgData name="Apoorv Singh" userId="f3a39aebb4de814d" providerId="LiveId" clId="{B9A3DD48-1F2E-4477-8C80-ACE6A9A9D6D6}" dt="2026-07-17T03:50:33.726" v="600" actId="931"/>
          <ac:picMkLst>
            <pc:docMk/>
            <pc:sldMk cId="3486000238" sldId="261"/>
            <ac:picMk id="6" creationId="{DC66B84E-A57B-6BDA-B5A2-CB96388E0C2E}"/>
          </ac:picMkLst>
        </pc:picChg>
      </pc:sldChg>
      <pc:sldChg chg="addSp modSp new mod">
        <pc:chgData name="Apoorv Singh" userId="f3a39aebb4de814d" providerId="LiveId" clId="{B9A3DD48-1F2E-4477-8C80-ACE6A9A9D6D6}" dt="2026-07-17T03:39:53.103" v="493" actId="20577"/>
        <pc:sldMkLst>
          <pc:docMk/>
          <pc:sldMk cId="3891371072" sldId="262"/>
        </pc:sldMkLst>
        <pc:spChg chg="add mod">
          <ac:chgData name="Apoorv Singh" userId="f3a39aebb4de814d" providerId="LiveId" clId="{B9A3DD48-1F2E-4477-8C80-ACE6A9A9D6D6}" dt="2026-07-17T03:39:13.341" v="489" actId="255"/>
          <ac:spMkLst>
            <pc:docMk/>
            <pc:sldMk cId="3891371072" sldId="262"/>
            <ac:spMk id="3" creationId="{06801B16-A528-C4AF-2DDB-2D5FFCFEF642}"/>
          </ac:spMkLst>
        </pc:spChg>
        <pc:spChg chg="add mod">
          <ac:chgData name="Apoorv Singh" userId="f3a39aebb4de814d" providerId="LiveId" clId="{B9A3DD48-1F2E-4477-8C80-ACE6A9A9D6D6}" dt="2026-07-17T03:39:53.103" v="493" actId="20577"/>
          <ac:spMkLst>
            <pc:docMk/>
            <pc:sldMk cId="3891371072" sldId="262"/>
            <ac:spMk id="4" creationId="{C858D690-0A63-2DFC-804D-69ADB7F00724}"/>
          </ac:spMkLst>
        </pc:spChg>
        <pc:graphicFrameChg chg="add mod modGraphic">
          <ac:chgData name="Apoorv Singh" userId="f3a39aebb4de814d" providerId="LiveId" clId="{B9A3DD48-1F2E-4477-8C80-ACE6A9A9D6D6}" dt="2026-07-17T03:38:16.415" v="485"/>
          <ac:graphicFrameMkLst>
            <pc:docMk/>
            <pc:sldMk cId="3891371072" sldId="262"/>
            <ac:graphicFrameMk id="2" creationId="{F8F24A6F-AC4C-CFE7-E5ED-222C3005016A}"/>
          </ac:graphicFrameMkLst>
        </pc:graphicFrameChg>
      </pc:sldChg>
      <pc:sldChg chg="addSp delSp modSp new mod">
        <pc:chgData name="Apoorv Singh" userId="f3a39aebb4de814d" providerId="LiveId" clId="{B9A3DD48-1F2E-4477-8C80-ACE6A9A9D6D6}" dt="2026-07-17T03:55:28.787" v="617" actId="931"/>
        <pc:sldMkLst>
          <pc:docMk/>
          <pc:sldMk cId="2218407712" sldId="263"/>
        </pc:sldMkLst>
        <pc:spChg chg="mod">
          <ac:chgData name="Apoorv Singh" userId="f3a39aebb4de814d" providerId="LiveId" clId="{B9A3DD48-1F2E-4477-8C80-ACE6A9A9D6D6}" dt="2026-07-17T03:40:55.740" v="499" actId="120"/>
          <ac:spMkLst>
            <pc:docMk/>
            <pc:sldMk cId="2218407712" sldId="263"/>
            <ac:spMk id="2" creationId="{4E12D5D9-8B9F-A7BF-CAC4-BA240AC376AB}"/>
          </ac:spMkLst>
        </pc:spChg>
        <pc:spChg chg="del">
          <ac:chgData name="Apoorv Singh" userId="f3a39aebb4de814d" providerId="LiveId" clId="{B9A3DD48-1F2E-4477-8C80-ACE6A9A9D6D6}" dt="2026-07-17T03:54:42.778" v="610" actId="931"/>
          <ac:spMkLst>
            <pc:docMk/>
            <pc:sldMk cId="2218407712" sldId="263"/>
            <ac:spMk id="3" creationId="{D94C1D27-D3BC-FECF-1809-6679DE3D09E2}"/>
          </ac:spMkLst>
        </pc:spChg>
        <pc:spChg chg="mod">
          <ac:chgData name="Apoorv Singh" userId="f3a39aebb4de814d" providerId="LiveId" clId="{B9A3DD48-1F2E-4477-8C80-ACE6A9A9D6D6}" dt="2026-07-17T03:41:34.362" v="507" actId="115"/>
          <ac:spMkLst>
            <pc:docMk/>
            <pc:sldMk cId="2218407712" sldId="263"/>
            <ac:spMk id="4" creationId="{331D9E7F-EE12-D429-B631-736951BD8B5E}"/>
          </ac:spMkLst>
        </pc:spChg>
        <pc:spChg chg="add">
          <ac:chgData name="Apoorv Singh" userId="f3a39aebb4de814d" providerId="LiveId" clId="{B9A3DD48-1F2E-4477-8C80-ACE6A9A9D6D6}" dt="2026-07-17T03:53:23.595" v="607" actId="22"/>
          <ac:spMkLst>
            <pc:docMk/>
            <pc:sldMk cId="2218407712" sldId="263"/>
            <ac:spMk id="6" creationId="{0F642E3B-F370-11D1-5FBD-E008C66EAB25}"/>
          </ac:spMkLst>
        </pc:spChg>
        <pc:spChg chg="add">
          <ac:chgData name="Apoorv Singh" userId="f3a39aebb4de814d" providerId="LiveId" clId="{B9A3DD48-1F2E-4477-8C80-ACE6A9A9D6D6}" dt="2026-07-17T03:53:28.960" v="608" actId="22"/>
          <ac:spMkLst>
            <pc:docMk/>
            <pc:sldMk cId="2218407712" sldId="263"/>
            <ac:spMk id="8" creationId="{75583D27-C9CF-934C-8D3F-C736E7E4DBCE}"/>
          </ac:spMkLst>
        </pc:spChg>
        <pc:spChg chg="add">
          <ac:chgData name="Apoorv Singh" userId="f3a39aebb4de814d" providerId="LiveId" clId="{B9A3DD48-1F2E-4477-8C80-ACE6A9A9D6D6}" dt="2026-07-17T03:53:37.702" v="609" actId="22"/>
          <ac:spMkLst>
            <pc:docMk/>
            <pc:sldMk cId="2218407712" sldId="263"/>
            <ac:spMk id="10" creationId="{2F650F45-EBC2-DB3A-1A50-4AC1CFC1C5D8}"/>
          </ac:spMkLst>
        </pc:spChg>
        <pc:spChg chg="add del mod">
          <ac:chgData name="Apoorv Singh" userId="f3a39aebb4de814d" providerId="LiveId" clId="{B9A3DD48-1F2E-4477-8C80-ACE6A9A9D6D6}" dt="2026-07-17T03:55:12.681" v="615" actId="931"/>
          <ac:spMkLst>
            <pc:docMk/>
            <pc:sldMk cId="2218407712" sldId="263"/>
            <ac:spMk id="14" creationId="{CBA36853-5CA3-5FD7-5387-5649ACDCF59D}"/>
          </ac:spMkLst>
        </pc:spChg>
        <pc:spChg chg="add">
          <ac:chgData name="Apoorv Singh" userId="f3a39aebb4de814d" providerId="LiveId" clId="{B9A3DD48-1F2E-4477-8C80-ACE6A9A9D6D6}" dt="2026-07-17T03:54:59.900" v="614" actId="22"/>
          <ac:spMkLst>
            <pc:docMk/>
            <pc:sldMk cId="2218407712" sldId="263"/>
            <ac:spMk id="16" creationId="{430C16DF-023C-59BD-A202-E059D4596185}"/>
          </ac:spMkLst>
        </pc:spChg>
        <pc:spChg chg="add del mod">
          <ac:chgData name="Apoorv Singh" userId="f3a39aebb4de814d" providerId="LiveId" clId="{B9A3DD48-1F2E-4477-8C80-ACE6A9A9D6D6}" dt="2026-07-17T03:55:28.787" v="617" actId="931"/>
          <ac:spMkLst>
            <pc:docMk/>
            <pc:sldMk cId="2218407712" sldId="263"/>
            <ac:spMk id="20" creationId="{FBD285A8-A7DF-14C2-8075-18C802BD5EE1}"/>
          </ac:spMkLst>
        </pc:spChg>
        <pc:picChg chg="add del mod ord">
          <ac:chgData name="Apoorv Singh" userId="f3a39aebb4de814d" providerId="LiveId" clId="{B9A3DD48-1F2E-4477-8C80-ACE6A9A9D6D6}" dt="2026-07-17T03:54:58.786" v="613" actId="478"/>
          <ac:picMkLst>
            <pc:docMk/>
            <pc:sldMk cId="2218407712" sldId="263"/>
            <ac:picMk id="12" creationId="{C288A361-978B-754F-3F60-BFC72A2B4CC0}"/>
          </ac:picMkLst>
        </pc:picChg>
        <pc:picChg chg="add del mod ord">
          <ac:chgData name="Apoorv Singh" userId="f3a39aebb4de814d" providerId="LiveId" clId="{B9A3DD48-1F2E-4477-8C80-ACE6A9A9D6D6}" dt="2026-07-17T03:55:16.112" v="616" actId="478"/>
          <ac:picMkLst>
            <pc:docMk/>
            <pc:sldMk cId="2218407712" sldId="263"/>
            <ac:picMk id="18" creationId="{1CC72860-3171-17E7-9B9E-033B6BC1CF0E}"/>
          </ac:picMkLst>
        </pc:picChg>
        <pc:picChg chg="add mod ord">
          <ac:chgData name="Apoorv Singh" userId="f3a39aebb4de814d" providerId="LiveId" clId="{B9A3DD48-1F2E-4477-8C80-ACE6A9A9D6D6}" dt="2026-07-17T03:55:28.787" v="617" actId="931"/>
          <ac:picMkLst>
            <pc:docMk/>
            <pc:sldMk cId="2218407712" sldId="263"/>
            <ac:picMk id="22" creationId="{828EB8BA-96A4-32EB-2DB1-DC162274AF04}"/>
          </ac:picMkLst>
        </pc:picChg>
      </pc:sldChg>
      <pc:sldChg chg="addSp modSp new mod">
        <pc:chgData name="Apoorv Singh" userId="f3a39aebb4de814d" providerId="LiveId" clId="{B9A3DD48-1F2E-4477-8C80-ACE6A9A9D6D6}" dt="2026-07-17T03:45:17.736" v="538" actId="20577"/>
        <pc:sldMkLst>
          <pc:docMk/>
          <pc:sldMk cId="3501581753" sldId="264"/>
        </pc:sldMkLst>
        <pc:spChg chg="mod">
          <ac:chgData name="Apoorv Singh" userId="f3a39aebb4de814d" providerId="LiveId" clId="{B9A3DD48-1F2E-4477-8C80-ACE6A9A9D6D6}" dt="2026-07-17T03:42:16.934" v="512" actId="120"/>
          <ac:spMkLst>
            <pc:docMk/>
            <pc:sldMk cId="3501581753" sldId="264"/>
            <ac:spMk id="2" creationId="{75F0DD86-4634-3D12-AAD2-55007F63E25D}"/>
          </ac:spMkLst>
        </pc:spChg>
        <pc:spChg chg="mod">
          <ac:chgData name="Apoorv Singh" userId="f3a39aebb4de814d" providerId="LiveId" clId="{B9A3DD48-1F2E-4477-8C80-ACE6A9A9D6D6}" dt="2026-07-17T03:45:15.699" v="537" actId="20577"/>
          <ac:spMkLst>
            <pc:docMk/>
            <pc:sldMk cId="3501581753" sldId="264"/>
            <ac:spMk id="3" creationId="{0242393A-2CA5-D8B2-574C-3185C8BAAF7A}"/>
          </ac:spMkLst>
        </pc:spChg>
        <pc:spChg chg="mod">
          <ac:chgData name="Apoorv Singh" userId="f3a39aebb4de814d" providerId="LiveId" clId="{B9A3DD48-1F2E-4477-8C80-ACE6A9A9D6D6}" dt="2026-07-17T03:45:17.736" v="538" actId="20577"/>
          <ac:spMkLst>
            <pc:docMk/>
            <pc:sldMk cId="3501581753" sldId="264"/>
            <ac:spMk id="4" creationId="{841AAC32-3BB5-061F-9E76-8687C5E3F969}"/>
          </ac:spMkLst>
        </pc:spChg>
        <pc:spChg chg="add mod">
          <ac:chgData name="Apoorv Singh" userId="f3a39aebb4de814d" providerId="LiveId" clId="{B9A3DD48-1F2E-4477-8C80-ACE6A9A9D6D6}" dt="2026-07-17T03:45:09.498" v="536" actId="17032"/>
          <ac:spMkLst>
            <pc:docMk/>
            <pc:sldMk cId="3501581753" sldId="264"/>
            <ac:spMk id="5" creationId="{962AF135-714D-4D8B-2B2E-0BF823B3B4E5}"/>
          </ac:spMkLst>
        </pc:spChg>
      </pc:sldChg>
      <pc:sldChg chg="addSp delSp modSp new mod">
        <pc:chgData name="Apoorv Singh" userId="f3a39aebb4de814d" providerId="LiveId" clId="{B9A3DD48-1F2E-4477-8C80-ACE6A9A9D6D6}" dt="2026-07-17T03:51:04.380" v="601" actId="931"/>
        <pc:sldMkLst>
          <pc:docMk/>
          <pc:sldMk cId="171929103" sldId="265"/>
        </pc:sldMkLst>
        <pc:spChg chg="mod">
          <ac:chgData name="Apoorv Singh" userId="f3a39aebb4de814d" providerId="LiveId" clId="{B9A3DD48-1F2E-4477-8C80-ACE6A9A9D6D6}" dt="2026-07-17T03:47:30.683" v="587" actId="14100"/>
          <ac:spMkLst>
            <pc:docMk/>
            <pc:sldMk cId="171929103" sldId="265"/>
            <ac:spMk id="2" creationId="{1C060A22-82A3-FFD1-B641-B47FCD50604D}"/>
          </ac:spMkLst>
        </pc:spChg>
        <pc:spChg chg="del">
          <ac:chgData name="Apoorv Singh" userId="f3a39aebb4de814d" providerId="LiveId" clId="{B9A3DD48-1F2E-4477-8C80-ACE6A9A9D6D6}" dt="2026-07-17T03:51:04.380" v="601" actId="931"/>
          <ac:spMkLst>
            <pc:docMk/>
            <pc:sldMk cId="171929103" sldId="265"/>
            <ac:spMk id="3" creationId="{7985A791-7F0D-6A91-1C36-0EE01C9D9EE9}"/>
          </ac:spMkLst>
        </pc:spChg>
        <pc:spChg chg="mod">
          <ac:chgData name="Apoorv Singh" userId="f3a39aebb4de814d" providerId="LiveId" clId="{B9A3DD48-1F2E-4477-8C80-ACE6A9A9D6D6}" dt="2026-07-17T03:47:39.488" v="588" actId="14100"/>
          <ac:spMkLst>
            <pc:docMk/>
            <pc:sldMk cId="171929103" sldId="265"/>
            <ac:spMk id="4" creationId="{0C475482-BAA9-B37B-17A4-9CF7F164BBEF}"/>
          </ac:spMkLst>
        </pc:spChg>
        <pc:picChg chg="add mod ord">
          <ac:chgData name="Apoorv Singh" userId="f3a39aebb4de814d" providerId="LiveId" clId="{B9A3DD48-1F2E-4477-8C80-ACE6A9A9D6D6}" dt="2026-07-17T03:51:04.380" v="601" actId="931"/>
          <ac:picMkLst>
            <pc:docMk/>
            <pc:sldMk cId="171929103" sldId="265"/>
            <ac:picMk id="6" creationId="{1EAA3C95-8B4B-1E68-EE09-554ECEFFADE8}"/>
          </ac:picMkLst>
        </pc:picChg>
      </pc:sldChg>
      <pc:sldChg chg="modSp new mod">
        <pc:chgData name="Apoorv Singh" userId="f3a39aebb4de814d" providerId="LiveId" clId="{B9A3DD48-1F2E-4477-8C80-ACE6A9A9D6D6}" dt="2026-07-17T03:49:09.011" v="598" actId="14100"/>
        <pc:sldMkLst>
          <pc:docMk/>
          <pc:sldMk cId="3200581847" sldId="266"/>
        </pc:sldMkLst>
        <pc:spChg chg="mod">
          <ac:chgData name="Apoorv Singh" userId="f3a39aebb4de814d" providerId="LiveId" clId="{B9A3DD48-1F2E-4477-8C80-ACE6A9A9D6D6}" dt="2026-07-17T03:48:46.576" v="595" actId="120"/>
          <ac:spMkLst>
            <pc:docMk/>
            <pc:sldMk cId="3200581847" sldId="266"/>
            <ac:spMk id="2" creationId="{BFF1B2C0-EC9C-81F2-358C-6030D097E675}"/>
          </ac:spMkLst>
        </pc:spChg>
        <pc:spChg chg="mod">
          <ac:chgData name="Apoorv Singh" userId="f3a39aebb4de814d" providerId="LiveId" clId="{B9A3DD48-1F2E-4477-8C80-ACE6A9A9D6D6}" dt="2026-07-17T03:49:09.011" v="598" actId="14100"/>
          <ac:spMkLst>
            <pc:docMk/>
            <pc:sldMk cId="3200581847" sldId="266"/>
            <ac:spMk id="3" creationId="{DDC49E32-8C57-45A5-1BD4-4286B44BE7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23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8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644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90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2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1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93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355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56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00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335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0795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575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739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372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477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16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4610D5A-790A-4FC4-A024-B8C4B62E0E4E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A86DFAC-6D3A-4033-B5F7-BF1678721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4891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45326-8016-06D3-C071-8BF57275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/>
              <a:t>Full-Stack AI </a:t>
            </a:r>
            <a:br>
              <a:rPr lang="en-IN" sz="4800" b="1" dirty="0"/>
            </a:br>
            <a:r>
              <a:rPr lang="en-IN" sz="4800" b="1" dirty="0"/>
              <a:t>Learning SaaS 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492CA74-BE32-B8F4-AD41-1A48E4C9EDE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>
            <a:fillRect/>
          </a:stretch>
        </p:blipFill>
        <p:spPr>
          <a:prstGeom prst="rect">
            <a:avLst/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BDD6A-7F0E-CEAA-4501-FA978498B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  <a:p>
            <a:pPr algn="l"/>
            <a:r>
              <a:rPr lang="en-IN" sz="1800" i="1" dirty="0"/>
              <a:t>An end-to-end cloud platform that uses artificial intelligence to automate course creation, personalize learning paths, and deliver interactive tutoring — all through a scalable, subscription-based model.</a:t>
            </a:r>
          </a:p>
          <a:p>
            <a:pPr algn="l"/>
            <a:r>
              <a:rPr lang="en-IN" sz="1800" i="1" dirty="0"/>
              <a:t>								</a:t>
            </a:r>
            <a:r>
              <a:rPr lang="en-IN" i="1" dirty="0"/>
              <a:t>	-Project Overview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95E691-5E15-3B8D-4372-173CF583C021}"/>
              </a:ext>
            </a:extLst>
          </p:cNvPr>
          <p:cNvSpPr/>
          <p:nvPr/>
        </p:nvSpPr>
        <p:spPr>
          <a:xfrm>
            <a:off x="5039360" y="4094480"/>
            <a:ext cx="1493520" cy="31496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855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BDFA-2695-1E8F-1102-42F3E49D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852612"/>
          </a:xfrm>
        </p:spPr>
        <p:txBody>
          <a:bodyPr/>
          <a:lstStyle/>
          <a:p>
            <a:pPr algn="l"/>
            <a:r>
              <a:rPr lang="en-IN" sz="3200" dirty="0"/>
              <a:t>Core capabilities </a:t>
            </a:r>
            <a:br>
              <a:rPr lang="en-IN" dirty="0"/>
            </a:br>
            <a:r>
              <a:rPr lang="en-IN" sz="6000" dirty="0"/>
              <a:t>what it does 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CF07C-4FC4-5819-8F8C-C49B6D30F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2306320"/>
            <a:ext cx="3300984" cy="15589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E0117-60D8-BC2D-9306-81C7B679D300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en-IN" b="1" dirty="0"/>
              <a:t>Course Generation</a:t>
            </a:r>
          </a:p>
          <a:p>
            <a:r>
              <a:rPr lang="en-IN" dirty="0"/>
              <a:t>Automatically builds lessons, quizzes, and modules from documents, videos, or instructor input.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A7B1E-05D4-543B-DE55-5F99771B0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 flipV="1">
            <a:off x="4446711" y="2462212"/>
            <a:ext cx="3300984" cy="96678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377537-5CA9-47C0-E427-B9DA58C26D9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/>
          <a:lstStyle/>
          <a:p>
            <a:r>
              <a:rPr lang="en-IN" b="1" dirty="0"/>
              <a:t>AI Tutor &amp; Coach</a:t>
            </a:r>
          </a:p>
          <a:p>
            <a:r>
              <a:rPr lang="en-IN" dirty="0"/>
              <a:t>Provides conversational support, answers questions, and explains mistakes in natural language.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Skills Mapping</a:t>
            </a:r>
          </a:p>
          <a:p>
            <a:r>
              <a:rPr lang="en-IN" dirty="0"/>
              <a:t>Tracks progress against a skills graph and recommends next courses for each learner.</a:t>
            </a:r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AA02F3-DAB4-0498-2237-40483CCB32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466FC9-00D5-541B-FEBF-C1CF25D0FCD2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IN" b="1" dirty="0"/>
              <a:t>Adaptive Learning Paths</a:t>
            </a:r>
          </a:p>
          <a:p>
            <a:r>
              <a:rPr lang="en-IN" dirty="0"/>
              <a:t>Adjusts difficulty and sequence in real time based on learner performance and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0F3496-D034-90D0-13FA-4C70F21A2CDF}"/>
              </a:ext>
            </a:extLst>
          </p:cNvPr>
          <p:cNvSpPr/>
          <p:nvPr/>
        </p:nvSpPr>
        <p:spPr>
          <a:xfrm>
            <a:off x="913794" y="2462212"/>
            <a:ext cx="10353762" cy="379984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605F99-CF88-50C2-68A3-3F8AB7B7EB79}"/>
              </a:ext>
            </a:extLst>
          </p:cNvPr>
          <p:cNvSpPr/>
          <p:nvPr/>
        </p:nvSpPr>
        <p:spPr>
          <a:xfrm>
            <a:off x="1387277" y="2498566"/>
            <a:ext cx="2326640" cy="44704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BFF502-FF6F-5B38-1ABF-62DEA5ED4910}"/>
              </a:ext>
            </a:extLst>
          </p:cNvPr>
          <p:cNvSpPr/>
          <p:nvPr/>
        </p:nvSpPr>
        <p:spPr>
          <a:xfrm>
            <a:off x="5065197" y="2498566"/>
            <a:ext cx="2326640" cy="44704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304D0F-38F2-AF58-5219-467677E37273}"/>
              </a:ext>
            </a:extLst>
          </p:cNvPr>
          <p:cNvSpPr/>
          <p:nvPr/>
        </p:nvSpPr>
        <p:spPr>
          <a:xfrm>
            <a:off x="8360905" y="2498566"/>
            <a:ext cx="2326640" cy="44704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72FB98A-EF2E-A5B3-9501-FE9C35C3214B}"/>
              </a:ext>
            </a:extLst>
          </p:cNvPr>
          <p:cNvSpPr/>
          <p:nvPr/>
        </p:nvSpPr>
        <p:spPr>
          <a:xfrm>
            <a:off x="5100075" y="4184571"/>
            <a:ext cx="1981200" cy="436086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26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C702-89A5-DFE6-44E3-885B2CFB3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2800" b="1" dirty="0"/>
              <a:t>Advanced Features</a:t>
            </a:r>
            <a:br>
              <a:rPr lang="en-IN" b="1" dirty="0"/>
            </a:br>
            <a:r>
              <a:rPr lang="en-IN" sz="4800" b="1" dirty="0"/>
              <a:t>Beyond the Basics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D9E3D-50A6-8A84-62B8-F8FBE8C8437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F47F1-723A-1F29-E321-361868B1F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4960" y="2011680"/>
            <a:ext cx="5263784" cy="4490720"/>
          </a:xfrm>
        </p:spPr>
        <p:txBody>
          <a:bodyPr>
            <a:normAutofit/>
          </a:bodyPr>
          <a:lstStyle/>
          <a:p>
            <a:pPr algn="l"/>
            <a:r>
              <a:rPr lang="en-IN" b="1" u="sng" dirty="0"/>
              <a:t> Assessment &amp; Feedback</a:t>
            </a:r>
          </a:p>
          <a:p>
            <a:pPr algn="l"/>
            <a:r>
              <a:rPr lang="en-IN" sz="1400" dirty="0"/>
              <a:t>Grades open-ended answers using LLMs and delivers structured, actionable feedback.</a:t>
            </a:r>
          </a:p>
          <a:p>
            <a:pPr algn="l"/>
            <a:r>
              <a:rPr lang="en-IN" b="1" u="sng" dirty="0"/>
              <a:t> Assessment &amp; Feedback</a:t>
            </a:r>
          </a:p>
          <a:p>
            <a:pPr algn="l"/>
            <a:r>
              <a:rPr lang="en-IN" sz="1400" dirty="0"/>
              <a:t>Grades open-ended answers using LLMs and delivers structured, actionable feedback.</a:t>
            </a:r>
          </a:p>
          <a:p>
            <a:pPr algn="l"/>
            <a:r>
              <a:rPr lang="en-IN" b="1" u="sng" dirty="0"/>
              <a:t> Compliance Tracking</a:t>
            </a:r>
          </a:p>
          <a:p>
            <a:pPr algn="l"/>
            <a:r>
              <a:rPr lang="en-IN" sz="1400" dirty="0"/>
              <a:t>Ensures learners meet SCORM/</a:t>
            </a:r>
            <a:r>
              <a:rPr lang="en-IN" sz="1400" dirty="0" err="1"/>
              <a:t>xAPI</a:t>
            </a:r>
            <a:r>
              <a:rPr lang="en-IN" sz="1400" dirty="0"/>
              <a:t> standards with full audit trails.</a:t>
            </a:r>
          </a:p>
          <a:p>
            <a:pPr algn="l"/>
            <a:r>
              <a:rPr lang="en-IN" b="1" u="sng" dirty="0"/>
              <a:t> Roleplay Simulations</a:t>
            </a:r>
          </a:p>
          <a:p>
            <a:pPr algn="l"/>
            <a:r>
              <a:rPr lang="en-IN" sz="1400" dirty="0"/>
              <a:t>Uses AI agents for immersive practice in sales, healthcare, or customer support scenarios.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8F900-2A95-3DCF-097D-3057F8D3F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763702"/>
            <a:ext cx="4368800" cy="5237048"/>
          </a:xfrm>
          <a:prstGeom prst="rect">
            <a:avLst/>
          </a:prstGeom>
        </p:spPr>
      </p:pic>
      <p:sp>
        <p:nvSpPr>
          <p:cNvPr id="8" name="Arrow: Chevron 7">
            <a:extLst>
              <a:ext uri="{FF2B5EF4-FFF2-40B4-BE49-F238E27FC236}">
                <a16:creationId xmlns:a16="http://schemas.microsoft.com/office/drawing/2014/main" id="{CFF46022-A540-C0CC-EEED-7CCEC976ED0C}"/>
              </a:ext>
            </a:extLst>
          </p:cNvPr>
          <p:cNvSpPr/>
          <p:nvPr/>
        </p:nvSpPr>
        <p:spPr>
          <a:xfrm>
            <a:off x="913795" y="1930400"/>
            <a:ext cx="761502" cy="50886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94DC6A6F-5D3A-7101-1412-90106D9E4CE6}"/>
              </a:ext>
            </a:extLst>
          </p:cNvPr>
          <p:cNvSpPr/>
          <p:nvPr/>
        </p:nvSpPr>
        <p:spPr>
          <a:xfrm>
            <a:off x="913795" y="2873365"/>
            <a:ext cx="761502" cy="50886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EE386D3C-2212-95D5-6037-73CFDA2D5168}"/>
              </a:ext>
            </a:extLst>
          </p:cNvPr>
          <p:cNvSpPr/>
          <p:nvPr/>
        </p:nvSpPr>
        <p:spPr>
          <a:xfrm>
            <a:off x="913795" y="3759738"/>
            <a:ext cx="761502" cy="50886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C691F47D-AD82-11F1-6DCF-8DF17F29A914}"/>
              </a:ext>
            </a:extLst>
          </p:cNvPr>
          <p:cNvSpPr/>
          <p:nvPr/>
        </p:nvSpPr>
        <p:spPr>
          <a:xfrm>
            <a:off x="874258" y="4684029"/>
            <a:ext cx="761502" cy="50886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81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1122E-461D-78C8-057A-67D308F1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IN" b="1" dirty="0"/>
            </a:br>
            <a:br>
              <a:rPr lang="en-IN" b="1" dirty="0"/>
            </a:br>
            <a:r>
              <a:rPr lang="en-IN" sz="4400" b="1" dirty="0"/>
              <a:t>The Full-Stack Tech Layer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0131E-A8E2-F39A-6997-3246F932F9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Frontend</a:t>
            </a:r>
          </a:p>
          <a:p>
            <a:pPr marL="36900" indent="0">
              <a:buNone/>
            </a:pPr>
            <a:r>
              <a:rPr lang="en-IN" sz="1800" dirty="0"/>
              <a:t>	React, Angular, or </a:t>
            </a:r>
            <a:r>
              <a:rPr lang="en-IN" sz="1800" dirty="0" err="1"/>
              <a:t>Streamlit</a:t>
            </a:r>
            <a:r>
              <a:rPr lang="en-IN" sz="1800" dirty="0"/>
              <a:t> — responsive 	web interfaces for learners and admins.</a:t>
            </a:r>
          </a:p>
          <a:p>
            <a:r>
              <a:rPr lang="en-IN" sz="1800" b="1" dirty="0"/>
              <a:t>Database</a:t>
            </a:r>
          </a:p>
          <a:p>
            <a:pPr marL="36900" indent="0">
              <a:buNone/>
            </a:pPr>
            <a:r>
              <a:rPr lang="en-IN" sz="1800" dirty="0"/>
              <a:t>	SQL/NoSQL for user data + vector 	databases (Pinecone, </a:t>
            </a:r>
            <a:r>
              <a:rPr lang="en-IN" sz="1800" dirty="0" err="1"/>
              <a:t>ChromaDB</a:t>
            </a:r>
            <a:r>
              <a:rPr lang="en-IN" sz="1800" dirty="0"/>
              <a:t>) for             	semantic search.</a:t>
            </a:r>
          </a:p>
          <a:p>
            <a:r>
              <a:rPr lang="en-IN" sz="1800" b="1" dirty="0"/>
              <a:t>Cloud Infrastructure</a:t>
            </a:r>
          </a:p>
          <a:p>
            <a:pPr marL="36900" indent="0">
              <a:buNone/>
            </a:pPr>
            <a:r>
              <a:rPr lang="en-IN" sz="1800" dirty="0"/>
              <a:t>	AWS, Azure, or GCP for hosting, scaling, 	and SaaS delivery.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6EF0F-FDD7-43B3-0B17-9120D69234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Backend</a:t>
            </a:r>
          </a:p>
          <a:p>
            <a:pPr marL="36900" indent="0">
              <a:buNone/>
            </a:pPr>
            <a:r>
              <a:rPr lang="en-IN" sz="1800" dirty="0"/>
              <a:t>	</a:t>
            </a:r>
            <a:r>
              <a:rPr lang="en-IN" sz="1800" dirty="0" err="1"/>
              <a:t>FastAPI</a:t>
            </a:r>
            <a:r>
              <a:rPr lang="en-IN" sz="1800" dirty="0"/>
              <a:t>, Node.js, or Django APIs handle 	user management, content delivery, and AI 	orchestration.</a:t>
            </a:r>
          </a:p>
          <a:p>
            <a:r>
              <a:rPr lang="en-IN" sz="1800" b="1" dirty="0"/>
              <a:t>AI Layer</a:t>
            </a:r>
          </a:p>
          <a:p>
            <a:pPr marL="36900" indent="0">
              <a:buNone/>
            </a:pPr>
            <a:r>
              <a:rPr lang="en-IN" sz="1800" dirty="0"/>
              <a:t>	GPT-5.5, Claude Sonnet, and other LLMs 	power generation, grading, and tutoring.</a:t>
            </a:r>
          </a:p>
          <a:p>
            <a:r>
              <a:rPr lang="en-IN" sz="1800" b="1" dirty="0"/>
              <a:t>Integration</a:t>
            </a:r>
          </a:p>
          <a:p>
            <a:pPr marL="36900" indent="0">
              <a:buNone/>
            </a:pPr>
            <a:r>
              <a:rPr lang="en-IN" sz="1800" dirty="0"/>
              <a:t>	SCORM/</a:t>
            </a:r>
            <a:r>
              <a:rPr lang="en-IN" sz="1800" dirty="0" err="1"/>
              <a:t>xAPI</a:t>
            </a:r>
            <a:r>
              <a:rPr lang="en-IN" sz="1800" dirty="0"/>
              <a:t> compliance, HRIS/CRM 	integration for enterprise use.</a:t>
            </a:r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12C0D1-3534-DBF0-5050-9EBA78B424BE}"/>
              </a:ext>
            </a:extLst>
          </p:cNvPr>
          <p:cNvSpPr/>
          <p:nvPr/>
        </p:nvSpPr>
        <p:spPr>
          <a:xfrm>
            <a:off x="913795" y="1452880"/>
            <a:ext cx="10364410" cy="443992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514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F536D-07D0-9864-DDE5-BFBD8B89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2800" b="1" dirty="0"/>
              <a:t>Who It Serves?</a:t>
            </a:r>
            <a:br>
              <a:rPr lang="en-IN" b="1" dirty="0"/>
            </a:br>
            <a:r>
              <a:rPr lang="en-IN" sz="3600" b="1" u="sng" dirty="0"/>
              <a:t>Three Audiences, One Platform</a:t>
            </a:r>
            <a:br>
              <a:rPr lang="en-IN" b="1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C66B84E-A57B-6BDA-B5A2-CB96388E0C2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>
            <a:fillRect/>
          </a:stretch>
        </p:blipFill>
        <p:spPr>
          <a:prstGeom prst="rect">
            <a:avLst/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5F6FB-3941-E99D-9680-FD3199E31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59280" y="2439261"/>
            <a:ext cx="4989464" cy="3376134"/>
          </a:xfrm>
        </p:spPr>
        <p:txBody>
          <a:bodyPr/>
          <a:lstStyle/>
          <a:p>
            <a:pPr algn="l"/>
            <a:r>
              <a:rPr lang="en-IN" sz="2000" b="1" u="sng" dirty="0"/>
              <a:t>Learners</a:t>
            </a:r>
          </a:p>
          <a:p>
            <a:pPr algn="l"/>
            <a:r>
              <a:rPr lang="en-IN" dirty="0"/>
              <a:t>Study more efficiently with content tailored to individual pace, style, and knowledge gaps.</a:t>
            </a:r>
          </a:p>
          <a:p>
            <a:pPr algn="l"/>
            <a:r>
              <a:rPr lang="en-IN" sz="2000" b="1" u="sng" dirty="0"/>
              <a:t>Institutions &amp; Companies</a:t>
            </a:r>
          </a:p>
          <a:p>
            <a:pPr algn="l"/>
            <a:r>
              <a:rPr lang="en-IN" dirty="0"/>
              <a:t>Cut training costs, accelerate onboarding, and ensure measurable skill development across teams.</a:t>
            </a:r>
          </a:p>
          <a:p>
            <a:pPr algn="l"/>
            <a:r>
              <a:rPr lang="en-IN" b="1" u="sng" dirty="0"/>
              <a:t> </a:t>
            </a:r>
            <a:r>
              <a:rPr lang="en-IN" sz="2000" b="1" u="sng" dirty="0"/>
              <a:t>Developers &amp; Startups</a:t>
            </a:r>
          </a:p>
          <a:p>
            <a:pPr algn="l"/>
            <a:r>
              <a:rPr lang="en-IN" dirty="0"/>
              <a:t>Deploy a scalable SaaS model with per-seat or subscription pricing and recurring revenue.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00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F24A6F-AC4C-CFE7-E5ED-222C30050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659266"/>
              </p:ext>
            </p:extLst>
          </p:nvPr>
        </p:nvGraphicFramePr>
        <p:xfrm>
          <a:off x="853440" y="2032000"/>
          <a:ext cx="10454640" cy="32207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613660">
                  <a:extLst>
                    <a:ext uri="{9D8B030D-6E8A-4147-A177-3AD203B41FA5}">
                      <a16:colId xmlns:a16="http://schemas.microsoft.com/office/drawing/2014/main" val="3898726543"/>
                    </a:ext>
                  </a:extLst>
                </a:gridCol>
                <a:gridCol w="2613660">
                  <a:extLst>
                    <a:ext uri="{9D8B030D-6E8A-4147-A177-3AD203B41FA5}">
                      <a16:colId xmlns:a16="http://schemas.microsoft.com/office/drawing/2014/main" val="962599419"/>
                    </a:ext>
                  </a:extLst>
                </a:gridCol>
                <a:gridCol w="2613660">
                  <a:extLst>
                    <a:ext uri="{9D8B030D-6E8A-4147-A177-3AD203B41FA5}">
                      <a16:colId xmlns:a16="http://schemas.microsoft.com/office/drawing/2014/main" val="3387258432"/>
                    </a:ext>
                  </a:extLst>
                </a:gridCol>
                <a:gridCol w="2613660">
                  <a:extLst>
                    <a:ext uri="{9D8B030D-6E8A-4147-A177-3AD203B41FA5}">
                      <a16:colId xmlns:a16="http://schemas.microsoft.com/office/drawing/2014/main" val="3528336177"/>
                    </a:ext>
                  </a:extLst>
                </a:gridCol>
              </a:tblGrid>
              <a:tr h="64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Platform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Best For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AI Features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Pricing (approx.)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331633"/>
                  </a:ext>
                </a:extLst>
              </a:tr>
              <a:tr h="64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Docebo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Enterprise LMS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authoring, skills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$25K+/yr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09071"/>
                  </a:ext>
                </a:extLst>
              </a:tr>
              <a:tr h="64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Sana Labs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AI-native 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Adaptive paths, AI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$9–12/user/mo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616898"/>
                  </a:ext>
                </a:extLst>
              </a:tr>
              <a:tr h="64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360Learning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Collaborative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authoring, translation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$8/user/mo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402781"/>
                  </a:ext>
                </a:extLst>
              </a:tr>
              <a:tr h="64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Coursera Coach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Catalog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tutor, branded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$399/user/yr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66822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801B16-A528-C4AF-2DDB-2D5FFCFEF642}"/>
              </a:ext>
            </a:extLst>
          </p:cNvPr>
          <p:cNvSpPr txBox="1"/>
          <p:nvPr/>
        </p:nvSpPr>
        <p:spPr>
          <a:xfrm>
            <a:off x="853440" y="930255"/>
            <a:ext cx="793496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Competitive Landscape</a:t>
            </a:r>
          </a:p>
          <a:p>
            <a:r>
              <a:rPr lang="en-IN" sz="4000" b="1" dirty="0"/>
              <a:t>Example Platforms in the Market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8D690-0A63-2DFC-804D-69ADB7F00724}"/>
              </a:ext>
            </a:extLst>
          </p:cNvPr>
          <p:cNvSpPr txBox="1"/>
          <p:nvPr/>
        </p:nvSpPr>
        <p:spPr>
          <a:xfrm>
            <a:off x="853440" y="5638800"/>
            <a:ext cx="111048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Enterprise platforms command premium pricing, while AI-native challengers compete on per-user affordability and UX</a:t>
            </a:r>
          </a:p>
          <a:p>
            <a:r>
              <a:rPr lang="en-IN" sz="1600" dirty="0"/>
              <a:t> depth.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1371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D5D9-8B9F-A7BF-CAC4-BA240AC37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2000" b="1" dirty="0"/>
              <a:t>Risk Assessment</a:t>
            </a:r>
            <a:br>
              <a:rPr lang="en-IN" b="1" dirty="0"/>
            </a:br>
            <a:r>
              <a:rPr lang="en-IN" sz="4000" b="1" dirty="0"/>
              <a:t>Challenges to Plan For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D9E7F-EE12-D429-B631-736951BD8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sz="2000" b="1" u="sng" dirty="0"/>
              <a:t>Mitigation Priorities</a:t>
            </a:r>
          </a:p>
          <a:p>
            <a:pPr algn="l"/>
            <a:r>
              <a:rPr lang="en-IN" b="1" u="sng" dirty="0"/>
              <a:t>Data Privacy</a:t>
            </a:r>
            <a:r>
              <a:rPr lang="en-IN" b="1" dirty="0"/>
              <a:t>:</a:t>
            </a:r>
            <a:r>
              <a:rPr lang="en-IN" dirty="0"/>
              <a:t> Build GDPR/CCPA compliance into architecture from day one — not as an afterthought.</a:t>
            </a:r>
          </a:p>
          <a:p>
            <a:pPr algn="l"/>
            <a:endParaRPr lang="en-IN" dirty="0"/>
          </a:p>
          <a:p>
            <a:pPr algn="l"/>
            <a:r>
              <a:rPr lang="en-IN" b="1" u="sng" dirty="0"/>
              <a:t>AI Accuracy</a:t>
            </a:r>
            <a:r>
              <a:rPr lang="en-IN" b="1" dirty="0"/>
              <a:t>:</a:t>
            </a:r>
            <a:r>
              <a:rPr lang="en-IN" dirty="0"/>
              <a:t> Ground LLM outputs in verified content sources to minimize hallucination risk.</a:t>
            </a:r>
          </a:p>
          <a:p>
            <a:pPr algn="l"/>
            <a:endParaRPr lang="en-IN" dirty="0"/>
          </a:p>
          <a:p>
            <a:pPr algn="l"/>
            <a:r>
              <a:rPr lang="en-IN" b="1" u="sng" dirty="0"/>
              <a:t>Integration</a:t>
            </a:r>
            <a:r>
              <a:rPr lang="en-IN" b="1" dirty="0"/>
              <a:t>:</a:t>
            </a:r>
            <a:r>
              <a:rPr lang="en-IN" dirty="0"/>
              <a:t> Offer pre-built connectors for common HRIS and LMS systems to reduce friction.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42E3B-F370-11D1-5FBD-E008C66EAB25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83D27-C9CF-934C-8D3F-C736E7E4DBCE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650F45-EBC2-DB3A-1A50-4AC1CFC1C5D8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0C16DF-023C-59BD-A202-E059D4596185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828EB8BA-96A4-32EB-2DB1-DC162274AF0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1" r="5541"/>
          <a:stretch>
            <a:fillRect/>
          </a:stretch>
        </p:blipFill>
        <p:spPr>
          <a:prstGeom prst="rect">
            <a:avLst/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8407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DD86-4634-3D12-AAD2-55007F63E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IN" sz="2200" b="1" dirty="0"/>
              <a:t>Value Proposition</a:t>
            </a:r>
            <a:br>
              <a:rPr lang="en-IN" b="1" dirty="0"/>
            </a:br>
            <a:r>
              <a:rPr lang="en-IN" b="1" dirty="0"/>
              <a:t>Why AI Learning SaaS Wins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2393A-2CA5-D8B2-574C-3185C8BAAF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6900" indent="0" algn="ctr">
              <a:buNone/>
            </a:pPr>
            <a:r>
              <a:rPr lang="en-IN" b="1" dirty="0"/>
              <a:t>Cost Reduction</a:t>
            </a:r>
          </a:p>
          <a:p>
            <a:pPr marL="36900" indent="0">
              <a:buNone/>
            </a:pPr>
            <a:r>
              <a:rPr lang="en-IN" dirty="0"/>
              <a:t>AI-native platforms cut training costs compared to traditional LMS deployments.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ctr"/>
            <a:r>
              <a:rPr lang="en-IN" b="1" dirty="0"/>
              <a:t>Always-On Tutoring</a:t>
            </a:r>
          </a:p>
          <a:p>
            <a:pPr marL="36900" indent="0">
              <a:buNone/>
            </a:pPr>
            <a:r>
              <a:rPr lang="en-IN" dirty="0"/>
              <a:t>AI coaches provide support at any hour, eliminating instructor bottlenecks.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AAC32-3BB5-061F-9E76-8687C5E3F9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6900" indent="0" algn="ctr">
              <a:buNone/>
            </a:pPr>
            <a:r>
              <a:rPr lang="en-IN" b="1" dirty="0"/>
              <a:t>Faster Onboarding</a:t>
            </a:r>
          </a:p>
          <a:p>
            <a:pPr marL="36900" indent="0">
              <a:buNone/>
            </a:pPr>
            <a:r>
              <a:rPr lang="en-IN" dirty="0"/>
              <a:t>Adaptive paths accelerate time-to-competency for new hires and students.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36900" indent="0" algn="ctr">
              <a:buNone/>
            </a:pPr>
            <a:r>
              <a:rPr lang="en-IN" b="1" dirty="0"/>
              <a:t>Language Support</a:t>
            </a:r>
          </a:p>
          <a:p>
            <a:pPr marL="36900" indent="0">
              <a:buNone/>
            </a:pPr>
            <a:r>
              <a:rPr lang="en-IN" dirty="0"/>
              <a:t>Automatic localization enables global rollout without manual translation overhead.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2AF135-714D-4D8B-2B2E-0BF823B3B4E5}"/>
              </a:ext>
            </a:extLst>
          </p:cNvPr>
          <p:cNvSpPr/>
          <p:nvPr/>
        </p:nvSpPr>
        <p:spPr>
          <a:xfrm>
            <a:off x="670560" y="1580050"/>
            <a:ext cx="10850880" cy="459723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58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0A22-82A3-FFD1-B641-B47FCD506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80159"/>
            <a:ext cx="5934949" cy="1159101"/>
          </a:xfrm>
        </p:spPr>
        <p:txBody>
          <a:bodyPr/>
          <a:lstStyle/>
          <a:p>
            <a:pPr algn="l"/>
            <a:br>
              <a:rPr lang="en-IN" sz="2000" b="1" dirty="0"/>
            </a:br>
            <a:br>
              <a:rPr lang="en-IN" sz="2000" b="1" dirty="0"/>
            </a:br>
            <a:br>
              <a:rPr lang="en-IN" sz="2000" b="1" dirty="0"/>
            </a:br>
            <a:br>
              <a:rPr lang="en-IN" sz="2000" b="1" dirty="0"/>
            </a:br>
            <a:br>
              <a:rPr lang="en-IN" sz="2000" b="1" dirty="0"/>
            </a:br>
            <a:br>
              <a:rPr lang="en-IN" sz="2000" b="1" dirty="0"/>
            </a:br>
            <a:r>
              <a:rPr lang="en-IN" sz="2000" b="1" dirty="0"/>
              <a:t>For Builders &amp; Founders</a:t>
            </a:r>
            <a:br>
              <a:rPr lang="en-IN" b="1" dirty="0"/>
            </a:br>
            <a:r>
              <a:rPr lang="en-IN" sz="3600" b="1" dirty="0"/>
              <a:t>The SaaS Business Model</a:t>
            </a:r>
            <a:br>
              <a:rPr lang="en-IN" sz="3600" b="1" dirty="0"/>
            </a:br>
            <a:br>
              <a:rPr lang="en-IN" b="1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EAA3C95-8B4B-1E68-EE09-554ECEFFADE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" b="16"/>
          <a:stretch>
            <a:fillRect/>
          </a:stretch>
        </p:blipFill>
        <p:spPr>
          <a:prstGeom prst="rect">
            <a:avLst/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75482-BAA9-B37B-17A4-9CF7F164B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1503680"/>
            <a:ext cx="5934949" cy="4311715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Build</a:t>
            </a:r>
            <a:endParaRPr lang="en-IN" dirty="0"/>
          </a:p>
          <a:p>
            <a:pPr algn="l"/>
            <a:r>
              <a:rPr lang="en-IN" dirty="0"/>
              <a:t>Assemble the full stack — frontend, AI layer, vector DB, and cloud infra — into a unified product.</a:t>
            </a:r>
          </a:p>
          <a:p>
            <a:pPr algn="l"/>
            <a:r>
              <a:rPr lang="en-IN" b="1" dirty="0"/>
              <a:t>Launch</a:t>
            </a:r>
          </a:p>
          <a:p>
            <a:pPr algn="l"/>
            <a:r>
              <a:rPr lang="en-IN" dirty="0"/>
              <a:t>Deploy via browser with subscription pricing: per-seat, per-user, or tiered enterprise plans.</a:t>
            </a:r>
          </a:p>
          <a:p>
            <a:pPr algn="l"/>
            <a:r>
              <a:rPr lang="en-IN" b="1" dirty="0"/>
              <a:t>Scale</a:t>
            </a:r>
          </a:p>
          <a:p>
            <a:pPr algn="l"/>
            <a:r>
              <a:rPr lang="en-IN" dirty="0"/>
              <a:t>Leverage cloud infrastructure to grow from pilot customers to enterprise contracts without re-architecting.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2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1B2C0-EC9C-81F2-358C-6030D097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2033163"/>
          </a:xfrm>
        </p:spPr>
        <p:txBody>
          <a:bodyPr/>
          <a:lstStyle/>
          <a:p>
            <a:pPr algn="l"/>
            <a:r>
              <a:rPr lang="en-IN" sz="2000" b="1" dirty="0"/>
              <a:t>Key Takeaways</a:t>
            </a:r>
            <a:br>
              <a:rPr lang="en-IN" b="1" dirty="0"/>
            </a:br>
            <a:r>
              <a:rPr lang="en-IN" sz="4000" b="1" dirty="0"/>
              <a:t>The Bottom Line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49E32-8C57-45A5-1BD4-4286B44BE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2103120"/>
            <a:ext cx="10353763" cy="1402080"/>
          </a:xfrm>
        </p:spPr>
        <p:txBody>
          <a:bodyPr/>
          <a:lstStyle/>
          <a:p>
            <a:r>
              <a:rPr lang="en-IN" dirty="0"/>
              <a:t>A full-stack AI learning SaaS app is a subscription-based platform that uses AI to automate course creation, personalize learning, and provide interactive tutoring — all delivered via the cloud. It's designed to make education </a:t>
            </a:r>
            <a:r>
              <a:rPr lang="en-IN" b="1" dirty="0"/>
              <a:t>scalable, adaptive, and measurable</a:t>
            </a:r>
            <a:r>
              <a:rPr lang="en-IN" dirty="0"/>
              <a:t> for both individuals and organizations.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05818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865</TotalTime>
  <Words>725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Calisto MT</vt:lpstr>
      <vt:lpstr>Wingdings 2</vt:lpstr>
      <vt:lpstr>Slate</vt:lpstr>
      <vt:lpstr>Full-Stack AI  Learning SaaS </vt:lpstr>
      <vt:lpstr>Core capabilities  what it does ? </vt:lpstr>
      <vt:lpstr>Advanced Features Beyond the Basics </vt:lpstr>
      <vt:lpstr>  The Full-Stack Tech Layer  </vt:lpstr>
      <vt:lpstr>Who It Serves? Three Audiences, One Platform </vt:lpstr>
      <vt:lpstr>PowerPoint Presentation</vt:lpstr>
      <vt:lpstr>Risk Assessment Challenges to Plan For </vt:lpstr>
      <vt:lpstr>Value Proposition Why AI Learning SaaS Wins </vt:lpstr>
      <vt:lpstr>      For Builders &amp; Founders The SaaS Business Model  </vt:lpstr>
      <vt:lpstr>Key Takeaways The Bottom Line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Apoorv Singh</dc:creator>
  <cp:lastModifiedBy>Apoorv Singh</cp:lastModifiedBy>
  <cp:revision>1</cp:revision>
  <dcterms:created xsi:type="dcterms:W3CDTF">2026-07-16T17:55:18Z</dcterms:created>
  <dcterms:modified xsi:type="dcterms:W3CDTF">2026-07-17T08:20:53Z</dcterms:modified>
</cp:coreProperties>
</file>